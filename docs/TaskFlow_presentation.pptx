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082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601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TaskFlow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772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Task Management System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242316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475569"/>
                </a:solidFill>
              </a:rPr>
              <a:t>Уеб приложение за управление на проекти, екипи, задачи, коментари, файлове и известия.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77240" y="3703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React + TypeScript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34640" y="3703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</a:rPr>
              <a:t>Node.js + Express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4920" y="3703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MongoDB Atlas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983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Курсов проект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52578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F172A"/>
                </a:solidFill>
              </a:rPr>
              <a:t>Георги</a:t>
            </a:r>
            <a:r>
              <a:rPr lang="en-US" sz="1600" b="1" dirty="0">
                <a:solidFill>
                  <a:srgbClr val="0F172A"/>
                </a:solidFill>
              </a:rPr>
              <a:t> </a:t>
            </a:r>
            <a:r>
              <a:rPr lang="en-US" sz="1600" b="1" dirty="0" err="1">
                <a:solidFill>
                  <a:srgbClr val="0F172A"/>
                </a:solidFill>
              </a:rPr>
              <a:t>Райчев</a:t>
            </a:r>
            <a:r>
              <a:rPr lang="en-US" sz="1600" b="1" dirty="0">
                <a:solidFill>
                  <a:srgbClr val="0F172A"/>
                </a:solidFill>
              </a:rPr>
              <a:t> 0MI0600451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</a:t>
            </a:r>
            <a:r>
              <a:rPr lang="bg-BG" sz="1600" b="1" dirty="0">
                <a:solidFill>
                  <a:srgbClr val="0F172A"/>
                </a:solidFill>
              </a:rPr>
              <a:t> група СИ 2 курс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1143000"/>
            <a:ext cx="429768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Организирай екипната работа в един чист workspace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629400" y="27432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475569"/>
                </a:solidFill>
              </a:rPr>
              <a:t>Projects • Groups • Tasks • Comments • Attachments • Notifications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29400" y="52578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63EB"/>
                </a:solidFill>
              </a:rPr>
              <a:t>GitHub: github.com/GeorgiRaichev/task-management-system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5989320"/>
            <a:ext cx="10835640" cy="0"/>
          </a:xfrm>
          <a:prstGeom prst="line">
            <a:avLst/>
          </a:prstGeom>
          <a:noFill/>
          <a:ln w="15240">
            <a:solidFill>
              <a:srgbClr val="2563EB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85800" y="6446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TaskFlow – Task Management System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Проблем и решение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06070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Защо е нужна системата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881360" y="5852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563EB"/>
                </a:solidFill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35640" cy="0"/>
          </a:xfrm>
          <a:prstGeom prst="line">
            <a:avLst/>
          </a:prstGeom>
          <a:noFill/>
          <a:ln w="15240">
            <a:solidFill>
              <a:srgbClr val="DBEA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</a:rPr>
              <a:t>Проблем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475569"/>
                </a:solidFill>
              </a:rPr>
              <a:t>Няма централизирано място за задачите. Трудно се следи кой по какво работи и комуникацията около задачите често се губи.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4663440" cy="1783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</a:rPr>
              <a:t>• задачите са разпилени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</a:rPr>
              <a:t>• липсва ясно owner/assignee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</a:rPr>
              <a:t>• няма бързо известяване при промени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</a:rPr>
              <a:t>• файловете и коментарите не са към конкретна задача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</a:rPr>
              <a:t>Решение: TaskFlow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24028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475569"/>
                </a:solidFill>
              </a:rPr>
              <a:t>Една система за projects, groups, task board, comments, attachments и notifications.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6446520" y="3703320"/>
            <a:ext cx="4663440" cy="1783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</a:rPr>
              <a:t>• всеки проект има група с участници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</a:rPr>
              <a:t>• задачите са в Kanban board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</a:rPr>
              <a:t>• има коментари и файлове към task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</a:rPr>
              <a:t>• известия при важни действия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5800" y="6446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TaskFlow – Task Management System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Технологии и архитектура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06070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Full-stack client-server приложение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881360" y="5852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563EB"/>
                </a:solidFill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35640" cy="0"/>
          </a:xfrm>
          <a:prstGeom prst="line">
            <a:avLst/>
          </a:prstGeom>
          <a:noFill/>
          <a:ln w="15240">
            <a:solidFill>
              <a:srgbClr val="DBEA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Frontend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475569"/>
                </a:solidFill>
              </a:rPr>
              <a:t>React, TypeScript, Material UI, Redux Toolkit, RTK Query, React Router, Day.js, Vite.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4434840" y="182880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Backend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22402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475569"/>
                </a:solidFill>
              </a:rPr>
              <a:t>Node.js, Express, TypeScript, Mongoose, JWT authentication, cookies, Socket.IO, Multer.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8092440" y="1828800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Database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92440" y="22402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475569"/>
                </a:solidFill>
              </a:rPr>
              <a:t>MongoDB Atlas със collections за users, projects, groups, tasks, comments, attachments и notifications.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1143000" y="4709160"/>
            <a:ext cx="97840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</a:rPr>
              <a:t>Client → REST API → Express Controllers → MongoDB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11680" y="5486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75569"/>
                </a:solidFill>
              </a:rPr>
              <a:t>Socket.IO се използва за real-time updates и notifications.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6446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TaskFlow – Task Management System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Основен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06070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От проект до изпълнена задача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881360" y="5852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563EB"/>
                </a:solidFill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35640" cy="0"/>
          </a:xfrm>
          <a:prstGeom prst="line">
            <a:avLst/>
          </a:prstGeom>
          <a:noFill/>
          <a:ln w="15240">
            <a:solidFill>
              <a:srgbClr val="DBEA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1. Project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475569"/>
                </a:solidFill>
              </a:rPr>
              <a:t>Създава се проект с име, описание, deadline и статус.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3611880" y="18288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2. Group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11880" y="22402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475569"/>
                </a:solidFill>
              </a:rPr>
              <a:t>Към проекта се създава точно една група с members и managers.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3. Task board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224028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475569"/>
                </a:solidFill>
              </a:rPr>
              <a:t>Задачите се движат между To do, In progress, Review и Done.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9189720" y="18288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F97316"/>
                </a:solidFill>
              </a:rPr>
              <a:t>4. Collaboration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89720" y="2240280"/>
            <a:ext cx="237744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475569"/>
                </a:solidFill>
              </a:rPr>
              <a:t>Коментари, attachments и notifications помагат при екипната работа.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1097280" y="480060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</a:rPr>
              <a:t>Важно правило: проект без group не може да има task board и задачи.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6446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TaskFlow – Task Management System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Роли и права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06070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Контрол на достъпа според ролята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881360" y="5852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563EB"/>
                </a:solidFill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35640" cy="0"/>
          </a:xfrm>
          <a:prstGeom prst="line">
            <a:avLst/>
          </a:prstGeom>
          <a:noFill/>
          <a:ln w="15240">
            <a:solidFill>
              <a:srgbClr val="DBEA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Registered user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475569"/>
                </a:solidFill>
              </a:rPr>
              <a:t>Вижда проектите и групите, в които участва. Може да коментира и да променя статус на задачите, възложени на него.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4434840" y="18288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Project manager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22402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475569"/>
                </a:solidFill>
              </a:rPr>
              <a:t>Може да управлява задачи и участници в рамките на групата/проекта.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8092440" y="18288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Administrator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92440" y="22402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475569"/>
                </a:solidFill>
              </a:rPr>
              <a:t>Има пълен достъп до всички проекти, групи, потребители и операции.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1097280" y="466344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</a:rPr>
              <a:t>• само administrator вижда Users страницата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</a:rPr>
              <a:t>• task може да се assign-ва само към член на project group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72A"/>
                </a:solidFill>
              </a:rPr>
              <a:t>• потребителят не получава notification за собственото си действие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6446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TaskFlow – Task Management System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06070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Kanban изглед за управление на задачите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881360" y="5852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563EB"/>
                </a:solidFill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35640" cy="0"/>
          </a:xfrm>
          <a:prstGeom prst="line">
            <a:avLst/>
          </a:prstGeom>
          <a:noFill/>
          <a:ln w="15240">
            <a:solidFill>
              <a:srgbClr val="DBEA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475569"/>
                </a:solidFill>
              </a:rPr>
              <a:t>To 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828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</a:rPr>
              <a:t>In progress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1828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Review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281160" y="18288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Done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468880"/>
            <a:ext cx="201168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нови задачи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планиране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46888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активна работа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assigned user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проверка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обратна връзка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281160" y="2468880"/>
            <a:ext cx="2194560" cy="960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завършено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• готово за предаване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507492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75569"/>
                </a:solidFill>
              </a:rPr>
              <a:t>Drag &amp; drop променя статуса на задачата. В task details има описание, priority, due date, created by, comments и attachments.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6446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TaskFlow – Task Management System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Комуникация в задачата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06070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Коментари, файлове и известия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881360" y="5852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563EB"/>
                </a:solidFill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35640" cy="0"/>
          </a:xfrm>
          <a:prstGeom prst="line">
            <a:avLst/>
          </a:prstGeom>
          <a:noFill/>
          <a:ln w="15240">
            <a:solidFill>
              <a:srgbClr val="DBEA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Comments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475569"/>
                </a:solidFill>
              </a:rPr>
              <a:t>Участниците могат да коментират конкретна задача. Авторът може да редактира и изтрива своя коментар.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4434840" y="18288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</a:rPr>
              <a:t>Attachments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434840" y="22402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475569"/>
                </a:solidFill>
              </a:rPr>
              <a:t>Качване на снимки и файлове към task чрез Multer. Файловете се пазят в uploads/task-attachments.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8092440" y="182880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</a:rPr>
              <a:t>Notifications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92440" y="22402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80" dirty="0">
                <a:solidFill>
                  <a:srgbClr val="475569"/>
                </a:solidFill>
              </a:rPr>
              <a:t>Известия при assignment, промяна на статус, нов коментар и нов attachment.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914400" y="4800600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</a:rPr>
              <a:t>Notification се праща към assigned user и към creator на задачата, без дублиране и без известие към автора на действието.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5800" y="6446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TaskFlow – Task Management System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Финален резултат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06070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475569"/>
                </a:solidFill>
              </a:rPr>
              <a:t>Какво показва проектът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0881360" y="58521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563EB"/>
                </a:solidFill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10835640" cy="0"/>
          </a:xfrm>
          <a:prstGeom prst="line">
            <a:avLst/>
          </a:prstGeom>
          <a:noFill/>
          <a:ln w="15240">
            <a:solidFill>
              <a:srgbClr val="DBEAFE">
                <a:alpha val="8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TaskFlow демонстрира цялостна full-stack система с authentication, roles, permissions, CRUD операции, task board, comments, attachments и notifications.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475569"/>
                </a:solidFill>
              </a:rPr>
              <a:t>Възможности за развитие: филтри, календарен изглед, статистики, по-подробна activity history и още real-time функционалности.</a:t>
            </a:r>
            <a:endParaRPr lang="en-US" sz="1550" dirty="0"/>
          </a:p>
        </p:txBody>
      </p:sp>
      <p:pic>
        <p:nvPicPr>
          <p:cNvPr id="8" name="Image 0" descr="/mnt/data/taskflow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874520"/>
            <a:ext cx="1828800" cy="1828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0" y="39776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GitHub repository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80960" y="43434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github.com/GeorgiRaichev/task-management-system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68680" y="5074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2563EB"/>
                </a:solidFill>
              </a:rPr>
              <a:t>Благодаря за вниманието!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685800" y="6446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75569"/>
                </a:solidFill>
              </a:rPr>
              <a:t>TaskFlow – Task Management System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688</Words>
  <Application>Microsoft Office PowerPoint</Application>
  <PresentationFormat>Widescreen</PresentationFormat>
  <Paragraphs>112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TaskFlow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TaskFlow – Task Management System</dc:title>
  <dc:subject>TaskFlow project presentation</dc:subject>
  <dc:creator>Georgi Raichev</dc:creator>
  <cp:lastModifiedBy>Вили Е. Райчева</cp:lastModifiedBy>
  <cp:revision>2</cp:revision>
  <dcterms:created xsi:type="dcterms:W3CDTF">2026-06-27T14:24:11Z</dcterms:created>
  <dcterms:modified xsi:type="dcterms:W3CDTF">2026-06-27T19:59:44Z</dcterms:modified>
</cp:coreProperties>
</file>